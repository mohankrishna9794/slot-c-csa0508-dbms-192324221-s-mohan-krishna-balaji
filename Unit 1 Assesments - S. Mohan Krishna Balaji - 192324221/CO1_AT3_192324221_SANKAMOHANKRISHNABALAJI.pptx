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39496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in MySQL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Overview of Primary, Candidate, Foreign, Composite, Surrogate &amp; Unique Keys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786384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370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4370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 Mohan Krishna Balaji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3000" y="4800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4800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192324221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5230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52303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CSA0508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43000" y="56601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56601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Key in a Database?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10058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1732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in MySQL (and relational databases in general) is one or more columns used to uniquely identify a row, enforce data integrity, and define relationships between tables. Keys prevent duplicate records and let the engine link related data across tables efficiently.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2004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row can be told apart from every other row.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7673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301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duplicate or orphaned data through constraints.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433425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970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child tables to parent tables via references.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9011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7640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keys speed up search, join, and sort operations.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4572000" cy="4846320"/>
          </a:xfrm>
          <a:prstGeom prst="roundRect">
            <a:avLst>
              <a:gd name="adj" fmla="val 28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 IN MYSQL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222199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203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99248" y="2167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0920" y="26974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26791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99248" y="26426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60920" y="317296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3154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9248" y="31181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60920" y="364845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3630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99248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60920" y="41239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4105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99248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60920" y="45994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4581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99248" y="4544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60920" y="50749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5056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99248" y="50200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60920" y="555040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7360920" y="5532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99248" y="5495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60920" y="602589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7360920" y="6007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99248" y="5971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single, official identifier for every row in a table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8288"/>
          </a:xfrm>
          <a:prstGeom prst="rect">
            <a:avLst/>
          </a:prstGeom>
          <a:solidFill>
            <a:srgbClr val="D9E4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0078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record — no two rows can share the same value.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915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contain NULL values; every row must have 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primary key is allowed per table (though it may span columns).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automatically creates a clustered index on the primary key.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69480" y="178308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352044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520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23960" y="352044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3520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58400" y="352044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3520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89520" y="4114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is the PRIMARY KEY — every value is unique and never NULL.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  &amp;  Super Key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of possible identifiers a table can choose from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8288"/>
          </a:xfrm>
          <a:prstGeom prst="rect">
            <a:avLst/>
          </a:prstGeom>
          <a:solidFill>
            <a:srgbClr val="D9E4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set of column(s) that can uniquely identify a row, with no unnecessary extra columns. A table can have several candidate keys — one is chosen as the Primary Key; the rest become Alternate Keys.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a students table, both roll_no and email can each uniquely identify a row — both are candidate keys.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5577840" cy="425196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combination of column(s) that can uniquely identify a row — including extra, unnecessary columns. Every candidate key is a super key, but not every super key is a candidate key (only the minimal ones qualify).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931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{roll_no}, {roll_no, name}, and {roll_no, name, dept} are all super keys of the students table.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Key  &amp;  Unique Key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 identifiers that keep data honest alongside the primary key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8288"/>
          </a:xfrm>
          <a:prstGeom prst="rect">
            <a:avLst/>
          </a:prstGeom>
          <a:solidFill>
            <a:srgbClr val="D9E4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0078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Key: a candidate key NOT chosen as the primary key.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915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Key: a constraint ensuring column values stay distinct across rows.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primary key, a UNIQUE column CAN store one NULL value.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may have multiple unique keys, but only one primary key.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69480" y="178308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(PK)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(Unique)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a@co.com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9876543210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b@co.com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9876500000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89520" y="3749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are Alternate/Unique Keys — distinct, but not the chosen primary identifier.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that connects a child table back to its parent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8288"/>
          </a:xfrm>
          <a:prstGeom prst="rect">
            <a:avLst/>
          </a:prstGeom>
          <a:solidFill>
            <a:srgbClr val="D9E4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0078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(or set) that references the Primary Key of another table.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915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referential integrity — you cannot insert a value that doesn't exist in the parent table.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ON DELETE / ON UPDATE actions such as CASCADE, SET NULL, RESTRICT.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 have multiple foreign keys, referencing different parent tables.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69480" y="178308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(FK)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89520" y="3749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in Orders references student_id (PK) in the Students table.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Key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column isn't enough to guarantee uniqueness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8288"/>
          </a:xfrm>
          <a:prstGeom prst="rect">
            <a:avLst/>
          </a:prstGeom>
          <a:solidFill>
            <a:srgbClr val="D9E4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0078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by combining two or more columns to uniquely identify a row.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915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no single column is unique on its own.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junction / bridge tables that model many-to-many relationships.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PRIMARY KEY (col1, col2) in MySQL's CREATE TABLE statement.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69480" y="178308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352044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520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23960" y="352044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3520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58400" y="352044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3520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89520" y="4114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(student_id, course_id) together form the Composite Primary Key — neither column alone is unique.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  &amp;  Natural Key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identifiers versus real-world identifiers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8288"/>
          </a:xfrm>
          <a:prstGeom prst="rect">
            <a:avLst/>
          </a:prstGeom>
          <a:solidFill>
            <a:srgbClr val="D9E4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0078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Key: an artificial, system-generated ID with no business meaning (e.g. AUTO_INCREMENT).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915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Key: a real-world attribute that already identifies the entity (e.g. Aadhaar number, ISBN).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 stay stable even if real-world attributes change.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keys are meaningful to users but can be long, composite, or subject to change.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69480" y="178308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(Surrogate)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(Natural)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solidFill>
            <a:srgbClr val="1C7293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4231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XXXX-1234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solidFill>
            <a:srgbClr val="1B3B5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2788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XXXX-5678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solidFill>
            <a:srgbClr val="16315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1546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89520" y="3749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a generated Surrogate Key; aadhaar is a real-world Natural Key.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10058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743200" cy="45720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3657600" cy="45720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95160" y="1371600"/>
            <a:ext cx="2743200" cy="45720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NULL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38360" y="1371600"/>
            <a:ext cx="1920240" cy="45720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83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Table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828800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28800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828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1828800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28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8360" y="1828800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2304288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304288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2304288"/>
            <a:ext cx="36576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3042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60" y="2304288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3042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38360" y="2304288"/>
            <a:ext cx="192024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2304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2779776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779776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37560" y="2779776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77977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(may be redundant)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95160" y="2779776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779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38360" y="2779776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38360" y="27797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3255264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255264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37560" y="3255264"/>
            <a:ext cx="36576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2552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95160" y="3255264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32552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738360" y="3255264"/>
            <a:ext cx="192024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38360" y="3255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" y="3730752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730752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337560" y="3730752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7307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95160" y="3730752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3730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NULL allowed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738360" y="3730752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38360" y="3730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4360" y="4206240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206240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337560" y="4206240"/>
            <a:ext cx="36576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4206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(references PK)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995160" y="4206240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5160" y="4206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738360" y="4206240"/>
            <a:ext cx="192024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38360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94360" y="4681728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4681728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337560" y="4681728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46817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(combined)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995160" y="4681728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95160" y="46817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738360" y="4681728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4681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94360" y="5157216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5157216"/>
            <a:ext cx="2743200" cy="47548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337560" y="5157216"/>
            <a:ext cx="36576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51572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(system-generated)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995160" y="5157216"/>
            <a:ext cx="274320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95160" y="51572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738360" y="5157216"/>
            <a:ext cx="1920240" cy="475488"/>
          </a:xfrm>
          <a:prstGeom prst="rect">
            <a:avLst/>
          </a:prstGeom>
          <a:solidFill>
            <a:srgbClr val="CFE8F3"/>
          </a:solidFill>
          <a:ln w="9525">
            <a:solidFill>
              <a:srgbClr val="D9E4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38360" y="51572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029200"/>
            <a:ext cx="3200400" cy="32004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10058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208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745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the backbone of relational design in MySQL — they guarantee uniqueness, enforce integrity, and connect tables meaningfully.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8895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7432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well-chosen Primary Key plus properly defined Foreign Keys keep a database consistent, fast, and free of duplicate or orphaned data.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37581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Candidate, Super, Composite, Surrogate, and Natural keys helps in designing efficient, normalized schemas for real-world applications.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 Mohan Krishna Balaji  |  192324221  |  CSA0508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2026-07-21T03:23:46Z</dcterms:created>
  <dcterms:modified xsi:type="dcterms:W3CDTF">2026-07-21T03:23:46Z</dcterms:modified>
</cp:coreProperties>
</file>